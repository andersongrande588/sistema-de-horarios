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Gestor de Horarios por Tienda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Sistema web para la gestión y visualización de turnos del personal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029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</a:defRPr>
            </a:pPr>
            <a:r>
              <a:t>Septiembre 2026  • 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¿Qué 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📅  Calendario Mensual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Vista tipo calendario con turnos por semana y día. Organizado por tienda con colores por tipo de jornada.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🛡️  Modo Guardias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Lista consolidada de todas las guardias de todas las tiendas, agrupadas por semana con datos del técnico.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🔍  Tooltips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Pasa el cursor sobre cualquier turno para ver la foto, correo, teléfono y tienda del técnico.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Stack: HTML + CSS + JavaScript puro  •  Sin frameworks  •  Datos en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Cómo acceder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🌐  Opción A — Vercel (Recomendada)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1. Abre la URL proporcionada por el administrador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2. La aplicación se carga automáticamente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3. No requiere instalación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💻  Opción B —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1. Abre terminal en la carpeta del proyecto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2. Ejecuta: python -m http.server 8000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3. Abre http://localhost:8000 en tu navegador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Flujo de uso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3B82F6"/>
                </a:solidFill>
              </a:defRPr>
            </a:pPr>
            <a: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País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Selecciona el país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99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64592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10B981"/>
                </a:solidFill>
              </a:defRPr>
            </a:pPr>
            <a:r>
              <a:t>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Ciudad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Elige la ciudad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59E0B"/>
                </a:solidFill>
              </a:defRPr>
            </a:pPr>
            <a:r>
              <a:t>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Tienda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26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Elige la tienda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3B82F6"/>
                </a:solidFill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Calendario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26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Revisa turnos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64592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10B981"/>
                </a:solidFill>
              </a:defRPr>
            </a:pPr>
            <a: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Tooltip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Consulta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164592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59E0B"/>
                </a:solidFill>
              </a:defRPr>
            </a:pPr>
            <a: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Guardias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926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Ver guardias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Calendario Mensual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Vista tipo calendario por tienda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Filas = Semanas (Semana 1 a Semana 5)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Columnas = Días (Lunes a Domingo)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Cada celda muestra el número del día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Turnos con foto, nombre y horario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Filtro de mes arriba del calendario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Números en gris = días de otro 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Septiembre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Lun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Mié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Jue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8592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9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Sáb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5328" y="2194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9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2834640"/>
            <a:ext cx="594360" cy="50292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28803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063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08-17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</a:defRPr>
            </a:pPr>
            <a:r>
              <a:t>S1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</a:defRPr>
            </a:pPr>
            <a: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</a:defRPr>
            </a:pPr>
            <a:r>
              <a:t>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</a:defRPr>
            </a:pPr>
            <a:r>
              <a:t>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</a:defRPr>
            </a:pPr>
            <a:r>
              <a:t>S5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Colores de los Turnos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97280"/>
          </a:xfrm>
          <a:prstGeom prst="roundRect">
            <a:avLst>
              <a:gd name="adj" fmla="val 3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Azul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Jornada completa (9h+)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74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Turno laboral completo de la tienda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1097280"/>
          </a:xfrm>
          <a:prstGeom prst="roundRect">
            <a:avLst>
              <a:gd name="adj" fmla="val 3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Verde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Jornada parcial (&lt;9h)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46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Cobertura parcial del turno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1097280"/>
          </a:xfrm>
          <a:prstGeom prst="roundRect">
            <a:avLst>
              <a:gd name="adj" fmla="val 3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Naranja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Guardia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Turno especial de guardia 24/7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Modo Guardias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Guardias por ciudad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Botón por ciudad: "Guardias en Bogotá"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  (aparece al seleccionar una ciudad)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Oculta la barra de filtros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Lista agrupada por semana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Tarjetas con: foto, nombre, correo,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  teléfono, día+número, tienda, ciudad y país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Filtro de mes, país y ciudad independiente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Botón "Cerrar" para volver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A3AF"/>
                </a:solidFill>
              </a:defRPr>
            </a:pPr>
            <a:r>
              <a:t>📅 Semana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194560"/>
            <a:ext cx="4663440" cy="1097280"/>
          </a:xfrm>
          <a:prstGeom prst="roundRect">
            <a:avLst>
              <a:gd name="adj" fmla="val 3000"/>
            </a:avLst>
          </a:prstGeom>
          <a:solidFill>
            <a:srgbClr val="2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377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Angel Ortiz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📧 angel@empresa.com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34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📱 300 1234567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200400"/>
            <a:ext cx="1280160" cy="32004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📆 Mié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20040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200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🏪 Zona Calle 82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Filtro libre (varios países / ciudades)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7315200" cy="274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Modo aparte: no modifica el esquema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Botón morado "🎛️ Filtro libre" arriba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Marca varios países y ciudades a la vez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Botones: "Seleccionar todas" / "Quitar todas"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Mostrar guardias + calendarios de cada tienda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Agrupado por país y por ciudad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Selector de mes 📅 para cambiar de mes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</a:defRPr>
            </a:pPr>
            <a:r>
              <a:t>• "✖ Volver al modo normal" para salir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🌍 Colombia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94560"/>
            <a:ext cx="4206240" cy="502920"/>
          </a:xfrm>
          <a:prstGeom prst="roundRect">
            <a:avLst>
              <a:gd name="adj" fmla="val 3000"/>
            </a:avLst>
          </a:prstGeom>
          <a:solidFill>
            <a:srgbClr val="2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</a:defRPr>
            </a:pPr>
            <a:r>
              <a:t>☑ Bogotá   ☑ Chía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🛡️ Guardias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200400"/>
            <a:ext cx="4206240" cy="822960"/>
          </a:xfrm>
          <a:prstGeom prst="roundRect">
            <a:avLst>
              <a:gd name="adj" fmla="val 3000"/>
            </a:avLst>
          </a:prstGeom>
          <a:solidFill>
            <a:srgbClr val="2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🛡️ Angel Ortiz — Mié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🏪 Zona Calle 82  •  🏙️ Bogotá  •  🇨🇴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📅 Calendarios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389120"/>
            <a:ext cx="4480560" cy="685800"/>
          </a:xfrm>
          <a:prstGeom prst="roundRect">
            <a:avLst>
              <a:gd name="adj" fmla="val 3000"/>
            </a:avLst>
          </a:prstGeom>
          <a:solidFill>
            <a:srgbClr val="16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480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🏪 Zona Calle 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Semana 1:  L1 M2 O3 J4 V5 S6 D7 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Tooltip: Info del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Pasa el cursor sobre cualquier turno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Foto grande del técnico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Nombre completo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Correo electrónico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Teléfono de contacto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Tienda asignada</a:t>
            </a:r>
          </a:p>
          <a:p>
            <a:pPr>
              <a:spcAft>
                <a:spcPts val="800"/>
              </a:spcAft>
              <a:defRPr sz="1500">
                <a:solidFill>
                  <a:srgbClr val="E5E7EB"/>
                </a:solidFill>
              </a:defRPr>
            </a:pPr>
            <a:r>
              <a:t>• Aparece como recuadro flotante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3200400" cy="2926080"/>
          </a:xfrm>
          <a:prstGeom prst="roundRect">
            <a:avLst>
              <a:gd name="adj" fmla="val 4000"/>
            </a:avLst>
          </a:prstGeom>
          <a:solidFill>
            <a:srgbClr val="2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D4A"/>
                </a:solidFill>
              </a:defRPr>
            </a:pPr>
            <a:r>
              <a:t>▶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8288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Julian Garzon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</a:defRPr>
            </a:pPr>
            <a:r>
              <a:t>📧 julian@empresa.com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</a:defRPr>
            </a:pPr>
            <a:r>
              <a:t>📱 300 7654321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</a:defRPr>
            </a:pPr>
            <a:r>
              <a:t>🏪 C.C Felicidad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Edición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personas.json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id: identificador único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name: nombre completo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email: correo electrónico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phone: teléfono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photo: ruta de la foto (opcional)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horarios.json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personaId: referencia a personas.json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month: mes en español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week: Semana 1 a Semana 5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day: día de la semana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start/end: horario (type normal)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</a:defRPr>
            </a:pPr>
            <a:r>
              <a:t>• type: "normal" o "guardia"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640080"/>
          </a:xfrm>
          <a:prstGeom prst="roundRect">
            <a:avLst>
              <a:gd name="adj" fmla="val 3000"/>
            </a:avLst>
          </a:prstGeom>
          <a:solidFill>
            <a:srgbClr val="2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</a:defRPr>
            </a:pPr>
            <a:r>
              <a:t>⚠️  Guarda siempre los archivos JSON con codificación UTF-8 para que se muestren los acentos correctamente.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Datos Actuales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Todas en Colombia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Empleados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Técnicos únicos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Registros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Turnos de Septiembre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Guardias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</a:defRPr>
            </a:pPr>
            <a:r>
              <a:t>5 técnicos en 6 tiendas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4000"/>
            </a:avLst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Guardias de Septiembre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🛡️ Kevin Alean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🏪 C.C Colina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📆 Domingo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🛡️ Angel Ortiz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🏪 Zona Calle 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📆 Miércoles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🛡️ Julian Garzon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🏪 C.C Felicidad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📆 Domingo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🛡️ Jersoon Gonzalez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🏪 C.C Unicentro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📆 Domingo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🛡️ Andres Bojaca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🏪 Bima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📆 Dom 6, 13, 20,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🛡️ Andres Bojaca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🏪 C.C Fontanar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📆 Dom 6, 13, 20,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0116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Gestor de Horarios por Tienda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</a:defRPr>
            </a:pPr>
            <a:r>
              <a:t>Gracias por su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Septiembre 2026  •  v1.1  •  GitHub +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