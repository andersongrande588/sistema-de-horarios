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3716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0">
                <a:solidFill>
                  <a:srgbClr val="FFFFFF"/>
                </a:solidFill>
              </a:defRPr>
            </a:pPr>
            <a:r>
              <a:t>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Gestor de Horarios por Tienda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CA3AF"/>
                </a:solidFill>
              </a:defRPr>
            </a:pPr>
            <a:r>
              <a:t>Sistema web para la gestión y visualización de turnos del personal técnico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5029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</a:defRPr>
            </a:pPr>
            <a:r>
              <a:t>Septiembre 2026  • 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¿Qué 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📅  Calendario Mensual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7EB"/>
                </a:solidFill>
              </a:defRPr>
            </a:pPr>
            <a:r>
              <a:t>Vista tipo calendario con turnos por semana y día. Organizado por tienda con colores por tipo de jornada.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🛡️  Modo Guardias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7EB"/>
                </a:solidFill>
              </a:defRPr>
            </a:pPr>
            <a:r>
              <a:t>Lista consolidada de todas las guardias de todas las tiendas, agrupadas por semana con datos del técnico.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37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🔍  Tooltips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7EB"/>
                </a:solidFill>
              </a:defRPr>
            </a:pPr>
            <a:r>
              <a:t>Pasa el cursor sobre cualquier turno para ver la foto, correo, teléfono y tienda del técnico.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</a:defRPr>
            </a:pPr>
            <a:r>
              <a:t>Stack: HTML + CSS + JavaScript puro  •  Sin frameworks  •  Datos en 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Cómo acceder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🌐  Opción A — Vercel (Recomendada)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5E7EB"/>
                </a:solidFill>
              </a:defRPr>
            </a:pPr>
            <a:r>
              <a:t>1. Abre la URL proporcionada por el administrador</a:t>
            </a:r>
          </a:p>
          <a:p>
            <a:pPr>
              <a:spcAft>
                <a:spcPts val="800"/>
              </a:spcAft>
              <a:defRPr sz="1400">
                <a:solidFill>
                  <a:srgbClr val="E5E7EB"/>
                </a:solidFill>
              </a:defRPr>
            </a:pPr>
            <a:r>
              <a:t>2. La aplicación se carga automáticamente</a:t>
            </a:r>
          </a:p>
          <a:p>
            <a:pPr>
              <a:spcAft>
                <a:spcPts val="800"/>
              </a:spcAft>
              <a:defRPr sz="1400">
                <a:solidFill>
                  <a:srgbClr val="E5E7EB"/>
                </a:solidFill>
              </a:defRPr>
            </a:pPr>
            <a:r>
              <a:t>3. No requiere instalación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💻  Opción B —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5E7EB"/>
                </a:solidFill>
              </a:defRPr>
            </a:pPr>
            <a:r>
              <a:t>1. Abre terminal en la carpeta del proyecto</a:t>
            </a:r>
          </a:p>
          <a:p>
            <a:pPr>
              <a:spcAft>
                <a:spcPts val="800"/>
              </a:spcAft>
              <a:defRPr sz="1400">
                <a:solidFill>
                  <a:srgbClr val="E5E7EB"/>
                </a:solidFill>
              </a:defRPr>
            </a:pPr>
            <a:r>
              <a:t>2. Ejecuta: python -m http.server 8000</a:t>
            </a:r>
          </a:p>
          <a:p>
            <a:pPr>
              <a:spcAft>
                <a:spcPts val="800"/>
              </a:spcAft>
              <a:defRPr sz="1400">
                <a:solidFill>
                  <a:srgbClr val="E5E7EB"/>
                </a:solidFill>
              </a:defRPr>
            </a:pPr>
            <a:r>
              <a:t>3. Abre http://localhost:8000 en tu navegador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Flujo de uso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737360" cy="256032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3B82F6"/>
                </a:solidFill>
              </a:defRPr>
            </a:pPr>
            <a:r>
              <a:t>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Selecciona el país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5999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1645920"/>
            <a:ext cx="1737360" cy="256032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7373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10B981"/>
                </a:solidFill>
              </a:defRPr>
            </a:pPr>
            <a:r>
              <a:t>🏛️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688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Ciudad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260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Elige la 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645920"/>
            <a:ext cx="1737360" cy="256032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7373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F59E0B"/>
                </a:solidFill>
              </a:defRPr>
            </a:pPr>
            <a:r>
              <a:t>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Tienda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260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Elige la tienda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9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645920"/>
            <a:ext cx="1737360" cy="256032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7373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3B82F6"/>
                </a:solidFill>
              </a:defRPr>
            </a:pPr>
            <a:r>
              <a:t>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4688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Calendario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9260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Revisa turnos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9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645920"/>
            <a:ext cx="1737360" cy="256032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7373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10B981"/>
                </a:solidFill>
              </a:defRPr>
            </a:pPr>
            <a: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4688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Tooltip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9260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Consulta datos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9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49840" y="1645920"/>
            <a:ext cx="1737360" cy="256032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0" y="17373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F59E0B"/>
                </a:solidFill>
              </a:defRPr>
            </a:pPr>
            <a:r>
              <a:t>🛡️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4688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Guardias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92608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Ver guardias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Calendario Mensual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Vista tipo calendario por tienda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Filas = Semanas (Semana 1 a Semana 5)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Columnas = Días (Lunes a Domingo)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Cada celda muestra el número del día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Turnos con foto, nombre y horario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Filtro de mes arriba del calendario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Números en gris = días de otro 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4114800"/>
          </a:xfrm>
          <a:prstGeom prst="roundRect">
            <a:avLst>
              <a:gd name="adj" fmla="val 4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Septiembre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CA3AF"/>
                </a:solidFill>
              </a:defRPr>
            </a:pPr>
            <a:r>
              <a:t>Lun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3488" y="2194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CA3AF"/>
                </a:solidFill>
              </a:defRPr>
            </a:pPr>
            <a:r>
              <a:t>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1856" y="2194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CA3AF"/>
                </a:solidFill>
              </a:defRPr>
            </a:pPr>
            <a:r>
              <a:t>Mié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0224" y="2194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CA3AF"/>
                </a:solidFill>
              </a:defRPr>
            </a:pPr>
            <a:r>
              <a:t>Jue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08592" y="2194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CA3AF"/>
                </a:solidFill>
              </a:defRPr>
            </a:pPr>
            <a:r>
              <a:t>Vie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9" y="2194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CA3AF"/>
                </a:solidFill>
              </a:defRPr>
            </a:pPr>
            <a:r>
              <a:t>Sáb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2194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CA3AF"/>
                </a:solidFill>
              </a:defRPr>
            </a:pPr>
            <a:r>
              <a:t>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333488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1856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59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25328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83296" y="2834640"/>
            <a:ext cx="594360" cy="50292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3296" y="288036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83296" y="30632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FFFF"/>
                </a:solidFill>
              </a:defRPr>
            </a:pPr>
            <a:r>
              <a:t>08-17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60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9CA3AF"/>
                </a:solidFill>
              </a:defRPr>
            </a:pPr>
            <a:r>
              <a:t>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017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9CA3AF"/>
                </a:solidFill>
              </a:defRPr>
            </a:pPr>
            <a:r>
              <a:t>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474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9CA3AF"/>
                </a:solidFill>
              </a:defRPr>
            </a:pPr>
            <a:r>
              <a:t>S3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931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9CA3AF"/>
                </a:solidFill>
              </a:defRPr>
            </a:pPr>
            <a:r>
              <a:t>S4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389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9CA3AF"/>
                </a:solidFill>
              </a:defRPr>
            </a:pPr>
            <a:r>
              <a:t>S5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Colores de los Turnos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97280"/>
          </a:xfrm>
          <a:prstGeom prst="roundRect">
            <a:avLst>
              <a:gd name="adj" fmla="val 3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Azul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148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Jornada completa (9h+)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7EB"/>
                </a:solidFill>
              </a:defRPr>
            </a:pPr>
            <a:r>
              <a:t>Turno laboral completo de la tienda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10698480" cy="1097280"/>
          </a:xfrm>
          <a:prstGeom prst="roundRect">
            <a:avLst>
              <a:gd name="adj" fmla="val 3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Verde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520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Jornada parcial (&lt;9h)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7EB"/>
                </a:solidFill>
              </a:defRPr>
            </a:pPr>
            <a:r>
              <a:t>Cobertura parcial del turno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10698480" cy="1097280"/>
          </a:xfrm>
          <a:prstGeom prst="roundRect">
            <a:avLst>
              <a:gd name="adj" fmla="val 3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Naranja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92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Guardia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617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7EB"/>
                </a:solidFill>
              </a:defRPr>
            </a:pPr>
            <a:r>
              <a:t>Turno especial de guardia 24/7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Modo Guardias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Todas las guardias en un solo lugar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Botón por ciudad: "Guardias en Bogotá"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  (aparece al seleccionar una ciudad)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Oculta la barra de filtros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Lista agrupada por semana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Tarjetas con: foto, nombre, correo,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  teléfono, día+número, tienda, ciudad y país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Filtro de mes, país y ciudad independiente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Botón "Cerrar" para volver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3200400"/>
          </a:xfrm>
          <a:prstGeom prst="roundRect">
            <a:avLst>
              <a:gd name="adj" fmla="val 4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CA3AF"/>
                </a:solidFill>
              </a:defRPr>
            </a:pPr>
            <a:r>
              <a:t>📅 Semana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1097280"/>
          </a:xfrm>
          <a:prstGeom prst="roundRect">
            <a:avLst>
              <a:gd name="adj" fmla="val 3000"/>
            </a:avLst>
          </a:prstGeom>
          <a:solidFill>
            <a:srgbClr val="23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66560" y="2377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4688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Angel Ortiz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📧 angel@empresa.com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834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📱 300 1234567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3200400"/>
            <a:ext cx="1280160" cy="32004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200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📆 Mié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3200400"/>
            <a:ext cx="1463040" cy="320040"/>
          </a:xfrm>
          <a:prstGeom prst="roundRect">
            <a:avLst>
              <a:gd name="adj" fmla="val 15000"/>
            </a:avLst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32004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🏪 Zona Calle 82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Tooltip: Info del Técnico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Pasa el cursor sobre cualquier turno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Foto grande del técnico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Nombre completo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Correo electrónico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Teléfono de contacto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Tienda asignada</a:t>
            </a:r>
          </a:p>
          <a:p>
            <a:pPr>
              <a:spcAft>
                <a:spcPts val="800"/>
              </a:spcAft>
              <a:defRPr sz="1500">
                <a:solidFill>
                  <a:srgbClr val="E5E7EB"/>
                </a:solidFill>
              </a:defRPr>
            </a:pPr>
            <a:r>
              <a:t>• Aparece como recuadro flotante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3200400" cy="2926080"/>
          </a:xfrm>
          <a:prstGeom prst="roundRect">
            <a:avLst>
              <a:gd name="adj" fmla="val 4000"/>
            </a:avLst>
          </a:prstGeom>
          <a:solidFill>
            <a:srgbClr val="23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32D4A"/>
                </a:solidFill>
              </a:defRPr>
            </a:pPr>
            <a:r>
              <a:t>▶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182880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19659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JV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346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Julian Garzon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004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5E7EB"/>
                </a:solidFill>
              </a:defRPr>
            </a:pPr>
            <a:r>
              <a:t>📧 julian@empresa.com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4747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5E7EB"/>
                </a:solidFill>
              </a:defRPr>
            </a:pPr>
            <a:r>
              <a:t>📱 300 7654321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7490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5E7EB"/>
                </a:solidFill>
              </a:defRPr>
            </a:pPr>
            <a:r>
              <a:t>🏪 C.C Felicidad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Edición de Datos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personas.json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id: identificador único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name: nombre completo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email: correo electrónico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phone: teléfono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photo: ruta de la foto (opcional)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horarios.json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personaId: referencia a personas.json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month: mes en español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week: Semana 1 a Semana 5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day: día de la semana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start/end: horario (type normal)</a:t>
            </a:r>
          </a:p>
          <a:p>
            <a:pPr>
              <a:spcAft>
                <a:spcPts val="800"/>
              </a:spcAft>
              <a:defRPr sz="1300">
                <a:solidFill>
                  <a:srgbClr val="E5E7EB"/>
                </a:solidFill>
              </a:defRPr>
            </a:pPr>
            <a:r>
              <a:t>• type: "normal" o "guardia"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698480" cy="640080"/>
          </a:xfrm>
          <a:prstGeom prst="roundRect">
            <a:avLst>
              <a:gd name="adj" fmla="val 3000"/>
            </a:avLst>
          </a:prstGeom>
          <a:solidFill>
            <a:srgbClr val="23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59E0B"/>
                </a:solidFill>
              </a:defRPr>
            </a:pPr>
            <a:r>
              <a:t>⚠️  Guarda siempre los archivos JSON con codificación UTF-8 para que se muestren los acentos correctamente.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Datos Actuales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74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B82F6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Todas en Colombia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828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Empleados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Técnicos únicos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</a:defRPr>
            </a:pPr>
            <a:r>
              <a:t>194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Registros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Turnos de Septiembre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828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B82F6"/>
                </a:solidFill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Guardias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4 técnicos en 5 tiendas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4000"/>
            </a:avLst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Guardias de Septiembre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80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🛡️ Kevin Alean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🏪 C.C Colina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</a:defRPr>
            </a:pPr>
            <a:r>
              <a:t>📆 Domingo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80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🛡️ Angel Ortiz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🏪 Zona Calle 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</a:defRPr>
            </a:pPr>
            <a:r>
              <a:t>📆 Miércoles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480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🛡️ Julian Garzon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🏪 C.C Felicidad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</a:defRPr>
            </a:pPr>
            <a:r>
              <a:t>📆 Domingo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🛡️ Jersoon Gonzalez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🏪 C.C Unicentro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</a:defRPr>
            </a:pPr>
            <a:r>
              <a:t>📆 Domingo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🛡️ Andres Bojaca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🏪 Bima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</a:defRPr>
            </a:pPr>
            <a:r>
              <a:t>📆 Dom 6, 13, 20,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201168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0">
                <a:solidFill>
                  <a:srgbClr val="FFFFFF"/>
                </a:solidFill>
              </a:defRPr>
            </a:pPr>
            <a:r>
              <a:t>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Gestor de Horarios por Tienda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B82F6"/>
                </a:solidFill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8463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</a:defRPr>
            </a:pPr>
            <a:r>
              <a:t>Septiembre 2026  •  v1.0  •  GitHub + Vercel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